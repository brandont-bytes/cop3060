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20DF9F-C722-A606-8B47-DC8A73F43AFB}" v="52" dt="2025-12-10T14:32:25.004"/>
    <p1510:client id="{AFCD22EC-3153-4488-2267-487198E2C442}" v="224" dt="2025-12-10T13:40:03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CAD037-7524-4BCD-B9F3-D707F8C23F2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27DEE02-5307-4C35-BC10-2DCE52FD8262}">
      <dgm:prSet/>
      <dgm:spPr/>
      <dgm:t>
        <a:bodyPr/>
        <a:lstStyle/>
        <a:p>
          <a:pPr>
            <a:defRPr cap="all"/>
          </a:pPr>
          <a:r>
            <a:rPr lang="en-US"/>
            <a:t>A Smart, Student-Powered Logbook</a:t>
          </a:r>
        </a:p>
      </dgm:t>
    </dgm:pt>
    <dgm:pt modelId="{CB617669-D99C-44D8-9921-B25B0179A315}" type="parTrans" cxnId="{B45F9E5B-1AF8-4B7C-A4D6-3D4CAA33D59F}">
      <dgm:prSet/>
      <dgm:spPr/>
      <dgm:t>
        <a:bodyPr/>
        <a:lstStyle/>
        <a:p>
          <a:endParaRPr lang="en-US"/>
        </a:p>
      </dgm:t>
    </dgm:pt>
    <dgm:pt modelId="{713AD3A3-1958-435F-BB02-208FEB9ABB6C}" type="sibTrans" cxnId="{B45F9E5B-1AF8-4B7C-A4D6-3D4CAA33D59F}">
      <dgm:prSet/>
      <dgm:spPr/>
      <dgm:t>
        <a:bodyPr/>
        <a:lstStyle/>
        <a:p>
          <a:endParaRPr lang="en-US"/>
        </a:p>
      </dgm:t>
    </dgm:pt>
    <dgm:pt modelId="{F61D0514-65B7-4F2B-A971-C78D90BD7CF7}">
      <dgm:prSet/>
      <dgm:spPr/>
      <dgm:t>
        <a:bodyPr/>
        <a:lstStyle/>
        <a:p>
          <a:pPr>
            <a:defRPr cap="all"/>
          </a:pPr>
          <a:r>
            <a:rPr lang="en-US"/>
            <a:t>A centralized platform to track tasks, events, and deadlines</a:t>
          </a:r>
        </a:p>
      </dgm:t>
    </dgm:pt>
    <dgm:pt modelId="{8F6B6F92-129F-4F6C-842E-44F255284D28}" type="parTrans" cxnId="{49C415F8-15C2-45E9-B3E2-07B468A2C277}">
      <dgm:prSet/>
      <dgm:spPr/>
      <dgm:t>
        <a:bodyPr/>
        <a:lstStyle/>
        <a:p>
          <a:endParaRPr lang="en-US"/>
        </a:p>
      </dgm:t>
    </dgm:pt>
    <dgm:pt modelId="{0E99185B-5A89-4E5D-B1CB-1D2DF91401CB}" type="sibTrans" cxnId="{49C415F8-15C2-45E9-B3E2-07B468A2C277}">
      <dgm:prSet/>
      <dgm:spPr/>
      <dgm:t>
        <a:bodyPr/>
        <a:lstStyle/>
        <a:p>
          <a:endParaRPr lang="en-US"/>
        </a:p>
      </dgm:t>
    </dgm:pt>
    <dgm:pt modelId="{BF065BF6-F6AA-46AD-975D-588AA086964A}">
      <dgm:prSet/>
      <dgm:spPr/>
      <dgm:t>
        <a:bodyPr/>
        <a:lstStyle/>
        <a:p>
          <a:pPr>
            <a:defRPr cap="all"/>
          </a:pPr>
          <a:r>
            <a:rPr lang="en-US"/>
            <a:t>A searchable archive of previous students’ experiences</a:t>
          </a:r>
        </a:p>
      </dgm:t>
    </dgm:pt>
    <dgm:pt modelId="{BEE02AA6-4891-4EFF-BB38-88DEAFF81F0F}" type="parTrans" cxnId="{87160D6C-98CB-44FE-81CE-47873BAEC6EE}">
      <dgm:prSet/>
      <dgm:spPr/>
      <dgm:t>
        <a:bodyPr/>
        <a:lstStyle/>
        <a:p>
          <a:endParaRPr lang="en-US"/>
        </a:p>
      </dgm:t>
    </dgm:pt>
    <dgm:pt modelId="{DD83D4E7-C139-4F21-8905-C7AB02C93FE3}" type="sibTrans" cxnId="{87160D6C-98CB-44FE-81CE-47873BAEC6EE}">
      <dgm:prSet/>
      <dgm:spPr/>
      <dgm:t>
        <a:bodyPr/>
        <a:lstStyle/>
        <a:p>
          <a:endParaRPr lang="en-US"/>
        </a:p>
      </dgm:t>
    </dgm:pt>
    <dgm:pt modelId="{D29973EB-CCAB-459D-8844-AF10EA3F6599}">
      <dgm:prSet/>
      <dgm:spPr/>
      <dgm:t>
        <a:bodyPr/>
        <a:lstStyle/>
        <a:p>
          <a:pPr>
            <a:defRPr cap="all"/>
          </a:pPr>
          <a:r>
            <a:rPr lang="en-US"/>
            <a:t>Real answers, tips, and advice—straight from other students</a:t>
          </a:r>
        </a:p>
      </dgm:t>
    </dgm:pt>
    <dgm:pt modelId="{B93BA7AA-406E-4C21-A6DB-CDD6AC468FAB}" type="parTrans" cxnId="{C1BFBEFE-4382-4CDF-AA18-6DF4B89182DC}">
      <dgm:prSet/>
      <dgm:spPr/>
      <dgm:t>
        <a:bodyPr/>
        <a:lstStyle/>
        <a:p>
          <a:endParaRPr lang="en-US"/>
        </a:p>
      </dgm:t>
    </dgm:pt>
    <dgm:pt modelId="{B955BB9E-658B-44A1-89F4-2703C6A7558D}" type="sibTrans" cxnId="{C1BFBEFE-4382-4CDF-AA18-6DF4B89182DC}">
      <dgm:prSet/>
      <dgm:spPr/>
      <dgm:t>
        <a:bodyPr/>
        <a:lstStyle/>
        <a:p>
          <a:endParaRPr lang="en-US"/>
        </a:p>
      </dgm:t>
    </dgm:pt>
    <dgm:pt modelId="{963A7789-A143-4104-9275-54B2B223CF4D}" type="pres">
      <dgm:prSet presAssocID="{BFCAD037-7524-4BCD-B9F3-D707F8C23F27}" presName="root" presStyleCnt="0">
        <dgm:presLayoutVars>
          <dgm:dir/>
          <dgm:resizeHandles val="exact"/>
        </dgm:presLayoutVars>
      </dgm:prSet>
      <dgm:spPr/>
    </dgm:pt>
    <dgm:pt modelId="{589683A3-5B18-42C7-B4B8-661D8A09F00A}" type="pres">
      <dgm:prSet presAssocID="{E27DEE02-5307-4C35-BC10-2DCE52FD8262}" presName="compNode" presStyleCnt="0"/>
      <dgm:spPr/>
    </dgm:pt>
    <dgm:pt modelId="{552CC4B8-BFAF-472B-B05F-AAD080398D72}" type="pres">
      <dgm:prSet presAssocID="{E27DEE02-5307-4C35-BC10-2DCE52FD8262}" presName="iconBgRect" presStyleLbl="bgShp" presStyleIdx="0" presStyleCnt="4"/>
      <dgm:spPr/>
    </dgm:pt>
    <dgm:pt modelId="{8AA06402-1BC9-48AD-9967-43BBC7BDD0D0}" type="pres">
      <dgm:prSet presAssocID="{E27DEE02-5307-4C35-BC10-2DCE52FD826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E8F8E80C-C3F2-483A-BD6C-5399B2314EB9}" type="pres">
      <dgm:prSet presAssocID="{E27DEE02-5307-4C35-BC10-2DCE52FD8262}" presName="spaceRect" presStyleCnt="0"/>
      <dgm:spPr/>
    </dgm:pt>
    <dgm:pt modelId="{A634354D-D402-4DBD-B9F3-EB10774EA273}" type="pres">
      <dgm:prSet presAssocID="{E27DEE02-5307-4C35-BC10-2DCE52FD8262}" presName="textRect" presStyleLbl="revTx" presStyleIdx="0" presStyleCnt="4">
        <dgm:presLayoutVars>
          <dgm:chMax val="1"/>
          <dgm:chPref val="1"/>
        </dgm:presLayoutVars>
      </dgm:prSet>
      <dgm:spPr/>
    </dgm:pt>
    <dgm:pt modelId="{E32CABCF-84A8-4099-9D25-C2FB893CFE66}" type="pres">
      <dgm:prSet presAssocID="{713AD3A3-1958-435F-BB02-208FEB9ABB6C}" presName="sibTrans" presStyleCnt="0"/>
      <dgm:spPr/>
    </dgm:pt>
    <dgm:pt modelId="{B852D9AB-F3FA-4B9D-934F-F2C9900EE85E}" type="pres">
      <dgm:prSet presAssocID="{F61D0514-65B7-4F2B-A971-C78D90BD7CF7}" presName="compNode" presStyleCnt="0"/>
      <dgm:spPr/>
    </dgm:pt>
    <dgm:pt modelId="{8F23481C-C0A0-4CE5-9274-FCCD863B72BE}" type="pres">
      <dgm:prSet presAssocID="{F61D0514-65B7-4F2B-A971-C78D90BD7CF7}" presName="iconBgRect" presStyleLbl="bgShp" presStyleIdx="1" presStyleCnt="4"/>
      <dgm:spPr/>
    </dgm:pt>
    <dgm:pt modelId="{ACE79D51-76C9-4731-BB5C-35F2AB9EDE1C}" type="pres">
      <dgm:prSet presAssocID="{F61D0514-65B7-4F2B-A971-C78D90BD7C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ACB85DB-B76F-49D9-9F54-3DA9441CB02A}" type="pres">
      <dgm:prSet presAssocID="{F61D0514-65B7-4F2B-A971-C78D90BD7CF7}" presName="spaceRect" presStyleCnt="0"/>
      <dgm:spPr/>
    </dgm:pt>
    <dgm:pt modelId="{41A0F928-A8AE-4DC8-81BA-93894FC1C89F}" type="pres">
      <dgm:prSet presAssocID="{F61D0514-65B7-4F2B-A971-C78D90BD7CF7}" presName="textRect" presStyleLbl="revTx" presStyleIdx="1" presStyleCnt="4">
        <dgm:presLayoutVars>
          <dgm:chMax val="1"/>
          <dgm:chPref val="1"/>
        </dgm:presLayoutVars>
      </dgm:prSet>
      <dgm:spPr/>
    </dgm:pt>
    <dgm:pt modelId="{B4976812-09D0-4510-9565-6981B7C7A880}" type="pres">
      <dgm:prSet presAssocID="{0E99185B-5A89-4E5D-B1CB-1D2DF91401CB}" presName="sibTrans" presStyleCnt="0"/>
      <dgm:spPr/>
    </dgm:pt>
    <dgm:pt modelId="{5207D8E9-F7F1-441A-BF74-E8F2D53A5E8F}" type="pres">
      <dgm:prSet presAssocID="{BF065BF6-F6AA-46AD-975D-588AA086964A}" presName="compNode" presStyleCnt="0"/>
      <dgm:spPr/>
    </dgm:pt>
    <dgm:pt modelId="{70E9DC8D-42A7-42C2-8E97-C7B8E58AEBF2}" type="pres">
      <dgm:prSet presAssocID="{BF065BF6-F6AA-46AD-975D-588AA086964A}" presName="iconBgRect" presStyleLbl="bgShp" presStyleIdx="2" presStyleCnt="4"/>
      <dgm:spPr/>
    </dgm:pt>
    <dgm:pt modelId="{8F78AC5C-301B-453D-B2C7-A00D9025EE13}" type="pres">
      <dgm:prSet presAssocID="{BF065BF6-F6AA-46AD-975D-588AA086964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68760863-B10E-48AD-AE58-53A253C73002}" type="pres">
      <dgm:prSet presAssocID="{BF065BF6-F6AA-46AD-975D-588AA086964A}" presName="spaceRect" presStyleCnt="0"/>
      <dgm:spPr/>
    </dgm:pt>
    <dgm:pt modelId="{4CF46ABC-DC14-4FB1-BEAE-EEB1E50CBCED}" type="pres">
      <dgm:prSet presAssocID="{BF065BF6-F6AA-46AD-975D-588AA086964A}" presName="textRect" presStyleLbl="revTx" presStyleIdx="2" presStyleCnt="4">
        <dgm:presLayoutVars>
          <dgm:chMax val="1"/>
          <dgm:chPref val="1"/>
        </dgm:presLayoutVars>
      </dgm:prSet>
      <dgm:spPr/>
    </dgm:pt>
    <dgm:pt modelId="{8ACA72B6-2E73-4FF5-921E-5A56BBCBB4C7}" type="pres">
      <dgm:prSet presAssocID="{DD83D4E7-C139-4F21-8905-C7AB02C93FE3}" presName="sibTrans" presStyleCnt="0"/>
      <dgm:spPr/>
    </dgm:pt>
    <dgm:pt modelId="{E523B402-AAC8-4C7D-8943-EF24221E0A72}" type="pres">
      <dgm:prSet presAssocID="{D29973EB-CCAB-459D-8844-AF10EA3F6599}" presName="compNode" presStyleCnt="0"/>
      <dgm:spPr/>
    </dgm:pt>
    <dgm:pt modelId="{C3968678-5824-48E2-9D4C-B57FC08F0D22}" type="pres">
      <dgm:prSet presAssocID="{D29973EB-CCAB-459D-8844-AF10EA3F6599}" presName="iconBgRect" presStyleLbl="bgShp" presStyleIdx="3" presStyleCnt="4"/>
      <dgm:spPr/>
    </dgm:pt>
    <dgm:pt modelId="{91D876C6-16A0-4B83-A1BB-CC89FB0150A2}" type="pres">
      <dgm:prSet presAssocID="{D29973EB-CCAB-459D-8844-AF10EA3F659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E8B32BAE-2698-4A47-80F1-3B712BF11CD1}" type="pres">
      <dgm:prSet presAssocID="{D29973EB-CCAB-459D-8844-AF10EA3F6599}" presName="spaceRect" presStyleCnt="0"/>
      <dgm:spPr/>
    </dgm:pt>
    <dgm:pt modelId="{EFE52656-62E2-4636-87D7-E290CD968E93}" type="pres">
      <dgm:prSet presAssocID="{D29973EB-CCAB-459D-8844-AF10EA3F659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E9E2425-A102-4835-87D9-56D20BCA3E91}" type="presOf" srcId="{D29973EB-CCAB-459D-8844-AF10EA3F6599}" destId="{EFE52656-62E2-4636-87D7-E290CD968E93}" srcOrd="0" destOrd="0" presId="urn:microsoft.com/office/officeart/2018/5/layout/IconCircleLabelList"/>
    <dgm:cxn modelId="{1907723C-2F01-496B-829E-1EB19F06C8B4}" type="presOf" srcId="{BF065BF6-F6AA-46AD-975D-588AA086964A}" destId="{4CF46ABC-DC14-4FB1-BEAE-EEB1E50CBCED}" srcOrd="0" destOrd="0" presId="urn:microsoft.com/office/officeart/2018/5/layout/IconCircleLabelList"/>
    <dgm:cxn modelId="{B45F9E5B-1AF8-4B7C-A4D6-3D4CAA33D59F}" srcId="{BFCAD037-7524-4BCD-B9F3-D707F8C23F27}" destId="{E27DEE02-5307-4C35-BC10-2DCE52FD8262}" srcOrd="0" destOrd="0" parTransId="{CB617669-D99C-44D8-9921-B25B0179A315}" sibTransId="{713AD3A3-1958-435F-BB02-208FEB9ABB6C}"/>
    <dgm:cxn modelId="{2FD35D6B-E85A-4707-9C8D-158A86745CF1}" type="presOf" srcId="{E27DEE02-5307-4C35-BC10-2DCE52FD8262}" destId="{A634354D-D402-4DBD-B9F3-EB10774EA273}" srcOrd="0" destOrd="0" presId="urn:microsoft.com/office/officeart/2018/5/layout/IconCircleLabelList"/>
    <dgm:cxn modelId="{87160D6C-98CB-44FE-81CE-47873BAEC6EE}" srcId="{BFCAD037-7524-4BCD-B9F3-D707F8C23F27}" destId="{BF065BF6-F6AA-46AD-975D-588AA086964A}" srcOrd="2" destOrd="0" parTransId="{BEE02AA6-4891-4EFF-BB38-88DEAFF81F0F}" sibTransId="{DD83D4E7-C139-4F21-8905-C7AB02C93FE3}"/>
    <dgm:cxn modelId="{102E1180-A2C6-4AF9-AA45-6FEA52A59E06}" type="presOf" srcId="{BFCAD037-7524-4BCD-B9F3-D707F8C23F27}" destId="{963A7789-A143-4104-9275-54B2B223CF4D}" srcOrd="0" destOrd="0" presId="urn:microsoft.com/office/officeart/2018/5/layout/IconCircleLabelList"/>
    <dgm:cxn modelId="{8ACA3B95-7460-4F3A-8085-7BFE62DFFBFD}" type="presOf" srcId="{F61D0514-65B7-4F2B-A971-C78D90BD7CF7}" destId="{41A0F928-A8AE-4DC8-81BA-93894FC1C89F}" srcOrd="0" destOrd="0" presId="urn:microsoft.com/office/officeart/2018/5/layout/IconCircleLabelList"/>
    <dgm:cxn modelId="{49C415F8-15C2-45E9-B3E2-07B468A2C277}" srcId="{BFCAD037-7524-4BCD-B9F3-D707F8C23F27}" destId="{F61D0514-65B7-4F2B-A971-C78D90BD7CF7}" srcOrd="1" destOrd="0" parTransId="{8F6B6F92-129F-4F6C-842E-44F255284D28}" sibTransId="{0E99185B-5A89-4E5D-B1CB-1D2DF91401CB}"/>
    <dgm:cxn modelId="{C1BFBEFE-4382-4CDF-AA18-6DF4B89182DC}" srcId="{BFCAD037-7524-4BCD-B9F3-D707F8C23F27}" destId="{D29973EB-CCAB-459D-8844-AF10EA3F6599}" srcOrd="3" destOrd="0" parTransId="{B93BA7AA-406E-4C21-A6DB-CDD6AC468FAB}" sibTransId="{B955BB9E-658B-44A1-89F4-2703C6A7558D}"/>
    <dgm:cxn modelId="{AB637BB9-A3B0-4624-B1BD-EA8A3C68CC18}" type="presParOf" srcId="{963A7789-A143-4104-9275-54B2B223CF4D}" destId="{589683A3-5B18-42C7-B4B8-661D8A09F00A}" srcOrd="0" destOrd="0" presId="urn:microsoft.com/office/officeart/2018/5/layout/IconCircleLabelList"/>
    <dgm:cxn modelId="{F8DF358C-0F73-4012-A574-7BD997D7D08A}" type="presParOf" srcId="{589683A3-5B18-42C7-B4B8-661D8A09F00A}" destId="{552CC4B8-BFAF-472B-B05F-AAD080398D72}" srcOrd="0" destOrd="0" presId="urn:microsoft.com/office/officeart/2018/5/layout/IconCircleLabelList"/>
    <dgm:cxn modelId="{E65B55D4-3391-4AA2-8765-7D0C314F803E}" type="presParOf" srcId="{589683A3-5B18-42C7-B4B8-661D8A09F00A}" destId="{8AA06402-1BC9-48AD-9967-43BBC7BDD0D0}" srcOrd="1" destOrd="0" presId="urn:microsoft.com/office/officeart/2018/5/layout/IconCircleLabelList"/>
    <dgm:cxn modelId="{5B905884-8D27-4F05-A93E-2C9C13BA561C}" type="presParOf" srcId="{589683A3-5B18-42C7-B4B8-661D8A09F00A}" destId="{E8F8E80C-C3F2-483A-BD6C-5399B2314EB9}" srcOrd="2" destOrd="0" presId="urn:microsoft.com/office/officeart/2018/5/layout/IconCircleLabelList"/>
    <dgm:cxn modelId="{05E814BF-253D-4BA1-8F2F-9D6A250C0ECC}" type="presParOf" srcId="{589683A3-5B18-42C7-B4B8-661D8A09F00A}" destId="{A634354D-D402-4DBD-B9F3-EB10774EA273}" srcOrd="3" destOrd="0" presId="urn:microsoft.com/office/officeart/2018/5/layout/IconCircleLabelList"/>
    <dgm:cxn modelId="{31C249B2-DDEE-4623-8760-F749C7AEAE51}" type="presParOf" srcId="{963A7789-A143-4104-9275-54B2B223CF4D}" destId="{E32CABCF-84A8-4099-9D25-C2FB893CFE66}" srcOrd="1" destOrd="0" presId="urn:microsoft.com/office/officeart/2018/5/layout/IconCircleLabelList"/>
    <dgm:cxn modelId="{1D7442FC-B2EA-4B21-9934-AA0072B3F1FD}" type="presParOf" srcId="{963A7789-A143-4104-9275-54B2B223CF4D}" destId="{B852D9AB-F3FA-4B9D-934F-F2C9900EE85E}" srcOrd="2" destOrd="0" presId="urn:microsoft.com/office/officeart/2018/5/layout/IconCircleLabelList"/>
    <dgm:cxn modelId="{DD3243DC-61F5-4C6D-88F2-A465FB31C1CC}" type="presParOf" srcId="{B852D9AB-F3FA-4B9D-934F-F2C9900EE85E}" destId="{8F23481C-C0A0-4CE5-9274-FCCD863B72BE}" srcOrd="0" destOrd="0" presId="urn:microsoft.com/office/officeart/2018/5/layout/IconCircleLabelList"/>
    <dgm:cxn modelId="{8F18A87A-D613-478B-86FE-323C91FD627E}" type="presParOf" srcId="{B852D9AB-F3FA-4B9D-934F-F2C9900EE85E}" destId="{ACE79D51-76C9-4731-BB5C-35F2AB9EDE1C}" srcOrd="1" destOrd="0" presId="urn:microsoft.com/office/officeart/2018/5/layout/IconCircleLabelList"/>
    <dgm:cxn modelId="{425D7DD2-C681-4FAC-84FD-3A80E4EB9405}" type="presParOf" srcId="{B852D9AB-F3FA-4B9D-934F-F2C9900EE85E}" destId="{5ACB85DB-B76F-49D9-9F54-3DA9441CB02A}" srcOrd="2" destOrd="0" presId="urn:microsoft.com/office/officeart/2018/5/layout/IconCircleLabelList"/>
    <dgm:cxn modelId="{D9FC29B2-A172-4ACB-9510-8EB0C5248A3E}" type="presParOf" srcId="{B852D9AB-F3FA-4B9D-934F-F2C9900EE85E}" destId="{41A0F928-A8AE-4DC8-81BA-93894FC1C89F}" srcOrd="3" destOrd="0" presId="urn:microsoft.com/office/officeart/2018/5/layout/IconCircleLabelList"/>
    <dgm:cxn modelId="{359AF550-7B18-4E7E-AD8E-CD452CCD115D}" type="presParOf" srcId="{963A7789-A143-4104-9275-54B2B223CF4D}" destId="{B4976812-09D0-4510-9565-6981B7C7A880}" srcOrd="3" destOrd="0" presId="urn:microsoft.com/office/officeart/2018/5/layout/IconCircleLabelList"/>
    <dgm:cxn modelId="{3402D55C-1881-4A4D-8A50-7BF7E6181C55}" type="presParOf" srcId="{963A7789-A143-4104-9275-54B2B223CF4D}" destId="{5207D8E9-F7F1-441A-BF74-E8F2D53A5E8F}" srcOrd="4" destOrd="0" presId="urn:microsoft.com/office/officeart/2018/5/layout/IconCircleLabelList"/>
    <dgm:cxn modelId="{7397821A-C50D-464F-9B88-611F6C28695D}" type="presParOf" srcId="{5207D8E9-F7F1-441A-BF74-E8F2D53A5E8F}" destId="{70E9DC8D-42A7-42C2-8E97-C7B8E58AEBF2}" srcOrd="0" destOrd="0" presId="urn:microsoft.com/office/officeart/2018/5/layout/IconCircleLabelList"/>
    <dgm:cxn modelId="{B6A7079D-94B8-47A0-8484-B79490EA8DD7}" type="presParOf" srcId="{5207D8E9-F7F1-441A-BF74-E8F2D53A5E8F}" destId="{8F78AC5C-301B-453D-B2C7-A00D9025EE13}" srcOrd="1" destOrd="0" presId="urn:microsoft.com/office/officeart/2018/5/layout/IconCircleLabelList"/>
    <dgm:cxn modelId="{E10DB610-7354-4760-B9D3-9507BD769B94}" type="presParOf" srcId="{5207D8E9-F7F1-441A-BF74-E8F2D53A5E8F}" destId="{68760863-B10E-48AD-AE58-53A253C73002}" srcOrd="2" destOrd="0" presId="urn:microsoft.com/office/officeart/2018/5/layout/IconCircleLabelList"/>
    <dgm:cxn modelId="{45EF3AAA-F7DC-4934-8026-54C6570EF422}" type="presParOf" srcId="{5207D8E9-F7F1-441A-BF74-E8F2D53A5E8F}" destId="{4CF46ABC-DC14-4FB1-BEAE-EEB1E50CBCED}" srcOrd="3" destOrd="0" presId="urn:microsoft.com/office/officeart/2018/5/layout/IconCircleLabelList"/>
    <dgm:cxn modelId="{F56426D1-826B-4BEC-82D6-262641337018}" type="presParOf" srcId="{963A7789-A143-4104-9275-54B2B223CF4D}" destId="{8ACA72B6-2E73-4FF5-921E-5A56BBCBB4C7}" srcOrd="5" destOrd="0" presId="urn:microsoft.com/office/officeart/2018/5/layout/IconCircleLabelList"/>
    <dgm:cxn modelId="{F2AF29CE-52BF-4FEE-84D6-39967793578E}" type="presParOf" srcId="{963A7789-A143-4104-9275-54B2B223CF4D}" destId="{E523B402-AAC8-4C7D-8943-EF24221E0A72}" srcOrd="6" destOrd="0" presId="urn:microsoft.com/office/officeart/2018/5/layout/IconCircleLabelList"/>
    <dgm:cxn modelId="{AECA33B8-EA9D-4916-AADB-CE886A0F4469}" type="presParOf" srcId="{E523B402-AAC8-4C7D-8943-EF24221E0A72}" destId="{C3968678-5824-48E2-9D4C-B57FC08F0D22}" srcOrd="0" destOrd="0" presId="urn:microsoft.com/office/officeart/2018/5/layout/IconCircleLabelList"/>
    <dgm:cxn modelId="{AD1044EC-111A-4689-AA26-35638E3BF3A4}" type="presParOf" srcId="{E523B402-AAC8-4C7D-8943-EF24221E0A72}" destId="{91D876C6-16A0-4B83-A1BB-CC89FB0150A2}" srcOrd="1" destOrd="0" presId="urn:microsoft.com/office/officeart/2018/5/layout/IconCircleLabelList"/>
    <dgm:cxn modelId="{25E6A654-C62C-4DC3-B9A9-E8A7C38BDD4A}" type="presParOf" srcId="{E523B402-AAC8-4C7D-8943-EF24221E0A72}" destId="{E8B32BAE-2698-4A47-80F1-3B712BF11CD1}" srcOrd="2" destOrd="0" presId="urn:microsoft.com/office/officeart/2018/5/layout/IconCircleLabelList"/>
    <dgm:cxn modelId="{524EE6EC-9A1C-4204-8FBE-6D67F196536E}" type="presParOf" srcId="{E523B402-AAC8-4C7D-8943-EF24221E0A72}" destId="{EFE52656-62E2-4636-87D7-E290CD968E9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A934F0-F7D3-44DB-AC3E-61D930415F81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70A3F1-BAD8-4B0C-AB18-20D6DA165429}">
      <dgm:prSet/>
      <dgm:spPr/>
      <dgm:t>
        <a:bodyPr/>
        <a:lstStyle/>
        <a:p>
          <a:pPr rtl="0"/>
          <a:r>
            <a:rPr lang="en-US" sz="1100" dirty="0">
              <a:latin typeface="Calibri"/>
              <a:ea typeface="Calibri"/>
              <a:cs typeface="Calibri"/>
            </a:rPr>
            <a:t> 1. Create Resources</a:t>
          </a:r>
        </a:p>
      </dgm:t>
    </dgm:pt>
    <dgm:pt modelId="{82C8385D-68CE-4807-A49F-D12BCCDF619F}" type="parTrans" cxnId="{24AEC4E4-6E7A-4943-AE80-A495B4FC9083}">
      <dgm:prSet/>
      <dgm:spPr/>
      <dgm:t>
        <a:bodyPr/>
        <a:lstStyle/>
        <a:p>
          <a:endParaRPr lang="en-US"/>
        </a:p>
      </dgm:t>
    </dgm:pt>
    <dgm:pt modelId="{0DFD9801-DFCD-4841-8D29-A7F5A77EB0BB}" type="sibTrans" cxnId="{24AEC4E4-6E7A-4943-AE80-A495B4FC9083}">
      <dgm:prSet/>
      <dgm:spPr/>
      <dgm:t>
        <a:bodyPr/>
        <a:lstStyle/>
        <a:p>
          <a:endParaRPr lang="en-US"/>
        </a:p>
      </dgm:t>
    </dgm:pt>
    <dgm:pt modelId="{7C5B28FE-08AB-4CC8-8C9F-F74AC929EDE4}">
      <dgm:prSet/>
      <dgm:spPr/>
      <dgm:t>
        <a:bodyPr/>
        <a:lstStyle/>
        <a:p>
          <a:pPr rtl="0"/>
          <a:r>
            <a:rPr lang="en-US" dirty="0">
              <a:latin typeface="Univers Condensed"/>
            </a:rPr>
            <a:t> 2. </a:t>
          </a:r>
          <a:r>
            <a:rPr lang="en-US" dirty="0"/>
            <a:t>Create </a:t>
          </a:r>
          <a:r>
            <a:rPr lang="en-US" dirty="0">
              <a:latin typeface="Univers Condensed"/>
            </a:rPr>
            <a:t>Category</a:t>
          </a:r>
          <a:endParaRPr lang="en-US" dirty="0"/>
        </a:p>
      </dgm:t>
    </dgm:pt>
    <dgm:pt modelId="{6EF161A9-A3EF-49A3-BAF0-55B66C9F036E}" type="parTrans" cxnId="{1944652A-BFEB-4825-AE8F-65F362DED06E}">
      <dgm:prSet/>
      <dgm:spPr/>
      <dgm:t>
        <a:bodyPr/>
        <a:lstStyle/>
        <a:p>
          <a:endParaRPr lang="en-US"/>
        </a:p>
      </dgm:t>
    </dgm:pt>
    <dgm:pt modelId="{519E6348-2FFB-4588-820F-8DE04529C7CB}" type="sibTrans" cxnId="{1944652A-BFEB-4825-AE8F-65F362DED06E}">
      <dgm:prSet/>
      <dgm:spPr/>
      <dgm:t>
        <a:bodyPr/>
        <a:lstStyle/>
        <a:p>
          <a:endParaRPr lang="en-US"/>
        </a:p>
      </dgm:t>
    </dgm:pt>
    <dgm:pt modelId="{74672A43-5261-4C18-96C7-CB7DC74A332D}">
      <dgm:prSet/>
      <dgm:spPr/>
      <dgm:t>
        <a:bodyPr/>
        <a:lstStyle/>
        <a:p>
          <a:pPr rtl="0"/>
          <a:r>
            <a:rPr lang="en-US" dirty="0">
              <a:latin typeface="Univers Condensed"/>
            </a:rPr>
            <a:t> 3. Create</a:t>
          </a:r>
          <a:r>
            <a:rPr lang="en-US" dirty="0"/>
            <a:t> </a:t>
          </a:r>
          <a:r>
            <a:rPr lang="en-US" dirty="0">
              <a:latin typeface="Univers Condensed"/>
            </a:rPr>
            <a:t>Location</a:t>
          </a:r>
          <a:endParaRPr lang="en-US" dirty="0"/>
        </a:p>
      </dgm:t>
    </dgm:pt>
    <dgm:pt modelId="{F3F8C5C7-07F9-4E8C-8EEC-8834CB951998}" type="parTrans" cxnId="{6B4B7BB3-254A-4286-8892-73B64EA98D60}">
      <dgm:prSet/>
      <dgm:spPr/>
      <dgm:t>
        <a:bodyPr/>
        <a:lstStyle/>
        <a:p>
          <a:endParaRPr lang="en-US"/>
        </a:p>
      </dgm:t>
    </dgm:pt>
    <dgm:pt modelId="{818268CB-6956-417B-863F-921C0E3E73F4}" type="sibTrans" cxnId="{6B4B7BB3-254A-4286-8892-73B64EA98D60}">
      <dgm:prSet/>
      <dgm:spPr/>
      <dgm:t>
        <a:bodyPr/>
        <a:lstStyle/>
        <a:p>
          <a:endParaRPr lang="en-US"/>
        </a:p>
      </dgm:t>
    </dgm:pt>
    <dgm:pt modelId="{BEA43B88-6CDD-4186-B524-642234438766}">
      <dgm:prSet/>
      <dgm:spPr/>
      <dgm:t>
        <a:bodyPr/>
        <a:lstStyle/>
        <a:p>
          <a:pPr rtl="0"/>
          <a:r>
            <a:rPr lang="en-US" dirty="0">
              <a:latin typeface="Univers Condensed"/>
            </a:rPr>
            <a:t> 4. Record</a:t>
          </a:r>
          <a:r>
            <a:rPr lang="en-US" dirty="0"/>
            <a:t> Weather</a:t>
          </a:r>
        </a:p>
      </dgm:t>
    </dgm:pt>
    <dgm:pt modelId="{88274F9B-8CC4-4C3A-AD7E-1731E8A7A400}" type="parTrans" cxnId="{4333B80B-4F65-4BFE-A5B7-42BED9FA7C77}">
      <dgm:prSet/>
      <dgm:spPr/>
      <dgm:t>
        <a:bodyPr/>
        <a:lstStyle/>
        <a:p>
          <a:endParaRPr lang="en-US"/>
        </a:p>
      </dgm:t>
    </dgm:pt>
    <dgm:pt modelId="{8049E667-ABD3-4C4D-9222-44F1191AD258}" type="sibTrans" cxnId="{4333B80B-4F65-4BFE-A5B7-42BED9FA7C77}">
      <dgm:prSet/>
      <dgm:spPr/>
      <dgm:t>
        <a:bodyPr/>
        <a:lstStyle/>
        <a:p>
          <a:endParaRPr lang="en-US"/>
        </a:p>
      </dgm:t>
    </dgm:pt>
    <dgm:pt modelId="{FEB2945B-2F2A-40A0-B771-74C34785E33C}">
      <dgm:prSet phldr="0"/>
      <dgm:spPr/>
      <dgm:t>
        <a:bodyPr/>
        <a:lstStyle/>
        <a:p>
          <a:pPr rtl="0"/>
          <a:r>
            <a:rPr lang="en-US" sz="1100" dirty="0">
              <a:latin typeface="Calibri"/>
              <a:ea typeface="Calibri"/>
              <a:cs typeface="Calibri"/>
            </a:rPr>
            <a:t> 5. Create Descriptions</a:t>
          </a:r>
          <a:endParaRPr lang="en-US" dirty="0">
            <a:latin typeface="Univers Condensed"/>
          </a:endParaRPr>
        </a:p>
      </dgm:t>
    </dgm:pt>
    <dgm:pt modelId="{9FCD0FEA-1126-4D11-A24B-818648BC8DD7}" type="parTrans" cxnId="{5C41AA0A-4382-4838-AB9E-3F3EBE001DDA}">
      <dgm:prSet/>
      <dgm:spPr/>
    </dgm:pt>
    <dgm:pt modelId="{49178AE6-4B7B-4089-AAA7-F3792AFE598A}" type="sibTrans" cxnId="{5C41AA0A-4382-4838-AB9E-3F3EBE001DDA}">
      <dgm:prSet/>
      <dgm:spPr/>
      <dgm:t>
        <a:bodyPr/>
        <a:lstStyle/>
        <a:p>
          <a:endParaRPr lang="en-US"/>
        </a:p>
      </dgm:t>
    </dgm:pt>
    <dgm:pt modelId="{221C6AFB-6C3F-4C02-A63A-E12AB77BB83D}">
      <dgm:prSet phldr="0"/>
      <dgm:spPr/>
      <dgm:t>
        <a:bodyPr/>
        <a:lstStyle/>
        <a:p>
          <a:pPr rtl="0"/>
          <a:r>
            <a:rPr lang="en-US" sz="1100" dirty="0">
              <a:latin typeface="Calibri"/>
              <a:ea typeface="Calibri"/>
              <a:cs typeface="Calibri"/>
            </a:rPr>
            <a:t> 6. Save Into Log</a:t>
          </a:r>
        </a:p>
      </dgm:t>
    </dgm:pt>
    <dgm:pt modelId="{47D14F54-B19C-410E-83D9-B597A984D1C3}" type="parTrans" cxnId="{9EA46899-26FC-4303-9AFD-275598343A62}">
      <dgm:prSet/>
      <dgm:spPr/>
    </dgm:pt>
    <dgm:pt modelId="{A61DCF0F-99BE-46FD-81C2-D5EC400D57AA}" type="sibTrans" cxnId="{9EA46899-26FC-4303-9AFD-275598343A62}">
      <dgm:prSet/>
      <dgm:spPr/>
      <dgm:t>
        <a:bodyPr/>
        <a:lstStyle/>
        <a:p>
          <a:endParaRPr lang="en-US"/>
        </a:p>
      </dgm:t>
    </dgm:pt>
    <dgm:pt modelId="{DC2C8088-2EE6-4296-9ECA-17FDDB3A2883}" type="pres">
      <dgm:prSet presAssocID="{D8A934F0-F7D3-44DB-AC3E-61D930415F81}" presName="diagram" presStyleCnt="0">
        <dgm:presLayoutVars>
          <dgm:dir/>
          <dgm:resizeHandles val="exact"/>
        </dgm:presLayoutVars>
      </dgm:prSet>
      <dgm:spPr/>
    </dgm:pt>
    <dgm:pt modelId="{2D9D8EF8-6384-4502-95D6-4F27347F00D9}" type="pres">
      <dgm:prSet presAssocID="{0470A3F1-BAD8-4B0C-AB18-20D6DA165429}" presName="node" presStyleLbl="node1" presStyleIdx="0" presStyleCnt="6">
        <dgm:presLayoutVars>
          <dgm:bulletEnabled val="1"/>
        </dgm:presLayoutVars>
      </dgm:prSet>
      <dgm:spPr/>
    </dgm:pt>
    <dgm:pt modelId="{F01C7C57-5947-4825-BA5A-ECF7957635B7}" type="pres">
      <dgm:prSet presAssocID="{0DFD9801-DFCD-4841-8D29-A7F5A77EB0BB}" presName="sibTrans" presStyleLbl="sibTrans2D1" presStyleIdx="0" presStyleCnt="5"/>
      <dgm:spPr/>
    </dgm:pt>
    <dgm:pt modelId="{E2A8A131-C4B4-42FD-A404-51540CABF1BA}" type="pres">
      <dgm:prSet presAssocID="{0DFD9801-DFCD-4841-8D29-A7F5A77EB0BB}" presName="connectorText" presStyleLbl="sibTrans2D1" presStyleIdx="0" presStyleCnt="5"/>
      <dgm:spPr/>
    </dgm:pt>
    <dgm:pt modelId="{0E667A3B-5A52-42FF-9FEB-E2BCD174F9A1}" type="pres">
      <dgm:prSet presAssocID="{7C5B28FE-08AB-4CC8-8C9F-F74AC929EDE4}" presName="node" presStyleLbl="node1" presStyleIdx="1" presStyleCnt="6">
        <dgm:presLayoutVars>
          <dgm:bulletEnabled val="1"/>
        </dgm:presLayoutVars>
      </dgm:prSet>
      <dgm:spPr/>
    </dgm:pt>
    <dgm:pt modelId="{81E47075-17AD-4229-AC48-92FD2845D7BA}" type="pres">
      <dgm:prSet presAssocID="{519E6348-2FFB-4588-820F-8DE04529C7CB}" presName="sibTrans" presStyleLbl="sibTrans2D1" presStyleIdx="1" presStyleCnt="5"/>
      <dgm:spPr/>
    </dgm:pt>
    <dgm:pt modelId="{FE95CC52-1F2E-45B3-B638-1EA04EFFB1CB}" type="pres">
      <dgm:prSet presAssocID="{519E6348-2FFB-4588-820F-8DE04529C7CB}" presName="connectorText" presStyleLbl="sibTrans2D1" presStyleIdx="1" presStyleCnt="5"/>
      <dgm:spPr/>
    </dgm:pt>
    <dgm:pt modelId="{281B83A0-677B-45C7-A0AF-F214EA18E64C}" type="pres">
      <dgm:prSet presAssocID="{74672A43-5261-4C18-96C7-CB7DC74A332D}" presName="node" presStyleLbl="node1" presStyleIdx="2" presStyleCnt="6">
        <dgm:presLayoutVars>
          <dgm:bulletEnabled val="1"/>
        </dgm:presLayoutVars>
      </dgm:prSet>
      <dgm:spPr/>
    </dgm:pt>
    <dgm:pt modelId="{684ECFF3-E86A-4C5E-9171-E367A3809FB4}" type="pres">
      <dgm:prSet presAssocID="{818268CB-6956-417B-863F-921C0E3E73F4}" presName="sibTrans" presStyleLbl="sibTrans2D1" presStyleIdx="2" presStyleCnt="5"/>
      <dgm:spPr/>
    </dgm:pt>
    <dgm:pt modelId="{CDF02CD7-1889-427F-B329-C12318486247}" type="pres">
      <dgm:prSet presAssocID="{818268CB-6956-417B-863F-921C0E3E73F4}" presName="connectorText" presStyleLbl="sibTrans2D1" presStyleIdx="2" presStyleCnt="5"/>
      <dgm:spPr/>
    </dgm:pt>
    <dgm:pt modelId="{E221767E-28F4-4669-87E5-A9CE92D990EE}" type="pres">
      <dgm:prSet presAssocID="{BEA43B88-6CDD-4186-B524-642234438766}" presName="node" presStyleLbl="node1" presStyleIdx="3" presStyleCnt="6">
        <dgm:presLayoutVars>
          <dgm:bulletEnabled val="1"/>
        </dgm:presLayoutVars>
      </dgm:prSet>
      <dgm:spPr/>
    </dgm:pt>
    <dgm:pt modelId="{492522A4-F4D8-4C5A-B2A9-ACFE0C44CBEE}" type="pres">
      <dgm:prSet presAssocID="{8049E667-ABD3-4C4D-9222-44F1191AD258}" presName="sibTrans" presStyleLbl="sibTrans2D1" presStyleIdx="3" presStyleCnt="5"/>
      <dgm:spPr/>
    </dgm:pt>
    <dgm:pt modelId="{A587CE92-31F7-4B38-91A0-FC37A7474372}" type="pres">
      <dgm:prSet presAssocID="{8049E667-ABD3-4C4D-9222-44F1191AD258}" presName="connectorText" presStyleLbl="sibTrans2D1" presStyleIdx="3" presStyleCnt="5"/>
      <dgm:spPr/>
    </dgm:pt>
    <dgm:pt modelId="{6A064FFA-FA27-4029-95CC-8F528A8454E3}" type="pres">
      <dgm:prSet presAssocID="{FEB2945B-2F2A-40A0-B771-74C34785E33C}" presName="node" presStyleLbl="node1" presStyleIdx="4" presStyleCnt="6">
        <dgm:presLayoutVars>
          <dgm:bulletEnabled val="1"/>
        </dgm:presLayoutVars>
      </dgm:prSet>
      <dgm:spPr/>
    </dgm:pt>
    <dgm:pt modelId="{EF37D01E-8AF9-4C76-A31C-2AB47719579E}" type="pres">
      <dgm:prSet presAssocID="{49178AE6-4B7B-4089-AAA7-F3792AFE598A}" presName="sibTrans" presStyleLbl="sibTrans2D1" presStyleIdx="4" presStyleCnt="5"/>
      <dgm:spPr/>
    </dgm:pt>
    <dgm:pt modelId="{EA896E4D-31FF-45DF-94EE-EDD763F780E0}" type="pres">
      <dgm:prSet presAssocID="{49178AE6-4B7B-4089-AAA7-F3792AFE598A}" presName="connectorText" presStyleLbl="sibTrans2D1" presStyleIdx="4" presStyleCnt="5"/>
      <dgm:spPr/>
    </dgm:pt>
    <dgm:pt modelId="{A73991AE-2774-48C0-9962-C45B7BE1EADF}" type="pres">
      <dgm:prSet presAssocID="{221C6AFB-6C3F-4C02-A63A-E12AB77BB83D}" presName="node" presStyleLbl="node1" presStyleIdx="5" presStyleCnt="6">
        <dgm:presLayoutVars>
          <dgm:bulletEnabled val="1"/>
        </dgm:presLayoutVars>
      </dgm:prSet>
      <dgm:spPr/>
    </dgm:pt>
  </dgm:ptLst>
  <dgm:cxnLst>
    <dgm:cxn modelId="{E92F6904-7C2E-4641-8F27-F5B5B8DB86DC}" type="presOf" srcId="{519E6348-2FFB-4588-820F-8DE04529C7CB}" destId="{81E47075-17AD-4229-AC48-92FD2845D7BA}" srcOrd="0" destOrd="0" presId="urn:microsoft.com/office/officeart/2005/8/layout/process5"/>
    <dgm:cxn modelId="{5C41AA0A-4382-4838-AB9E-3F3EBE001DDA}" srcId="{D8A934F0-F7D3-44DB-AC3E-61D930415F81}" destId="{FEB2945B-2F2A-40A0-B771-74C34785E33C}" srcOrd="4" destOrd="0" parTransId="{9FCD0FEA-1126-4D11-A24B-818648BC8DD7}" sibTransId="{49178AE6-4B7B-4089-AAA7-F3792AFE598A}"/>
    <dgm:cxn modelId="{4333B80B-4F65-4BFE-A5B7-42BED9FA7C77}" srcId="{D8A934F0-F7D3-44DB-AC3E-61D930415F81}" destId="{BEA43B88-6CDD-4186-B524-642234438766}" srcOrd="3" destOrd="0" parTransId="{88274F9B-8CC4-4C3A-AD7E-1731E8A7A400}" sibTransId="{8049E667-ABD3-4C4D-9222-44F1191AD258}"/>
    <dgm:cxn modelId="{FD1DF60F-35FC-490A-B199-4FECB16E10A2}" type="presOf" srcId="{BEA43B88-6CDD-4186-B524-642234438766}" destId="{E221767E-28F4-4669-87E5-A9CE92D990EE}" srcOrd="0" destOrd="0" presId="urn:microsoft.com/office/officeart/2005/8/layout/process5"/>
    <dgm:cxn modelId="{17926D1B-FED6-4407-AA93-8B30326ED90B}" type="presOf" srcId="{0DFD9801-DFCD-4841-8D29-A7F5A77EB0BB}" destId="{E2A8A131-C4B4-42FD-A404-51540CABF1BA}" srcOrd="1" destOrd="0" presId="urn:microsoft.com/office/officeart/2005/8/layout/process5"/>
    <dgm:cxn modelId="{D36B381E-D1DB-423A-93CF-0D96CC531797}" type="presOf" srcId="{8049E667-ABD3-4C4D-9222-44F1191AD258}" destId="{A587CE92-31F7-4B38-91A0-FC37A7474372}" srcOrd="1" destOrd="0" presId="urn:microsoft.com/office/officeart/2005/8/layout/process5"/>
    <dgm:cxn modelId="{2CF6D31F-4AA7-484E-A7B5-F2ACBCC7140A}" type="presOf" srcId="{8049E667-ABD3-4C4D-9222-44F1191AD258}" destId="{492522A4-F4D8-4C5A-B2A9-ACFE0C44CBEE}" srcOrd="0" destOrd="0" presId="urn:microsoft.com/office/officeart/2005/8/layout/process5"/>
    <dgm:cxn modelId="{892F5C21-1674-4FF3-BB98-B0672F57FC05}" type="presOf" srcId="{818268CB-6956-417B-863F-921C0E3E73F4}" destId="{CDF02CD7-1889-427F-B329-C12318486247}" srcOrd="1" destOrd="0" presId="urn:microsoft.com/office/officeart/2005/8/layout/process5"/>
    <dgm:cxn modelId="{6D199128-F30D-462F-AE93-5770AD490BCF}" type="presOf" srcId="{0DFD9801-DFCD-4841-8D29-A7F5A77EB0BB}" destId="{F01C7C57-5947-4825-BA5A-ECF7957635B7}" srcOrd="0" destOrd="0" presId="urn:microsoft.com/office/officeart/2005/8/layout/process5"/>
    <dgm:cxn modelId="{1944652A-BFEB-4825-AE8F-65F362DED06E}" srcId="{D8A934F0-F7D3-44DB-AC3E-61D930415F81}" destId="{7C5B28FE-08AB-4CC8-8C9F-F74AC929EDE4}" srcOrd="1" destOrd="0" parTransId="{6EF161A9-A3EF-49A3-BAF0-55B66C9F036E}" sibTransId="{519E6348-2FFB-4588-820F-8DE04529C7CB}"/>
    <dgm:cxn modelId="{1D776B47-278F-4811-A233-54C83596F01C}" type="presOf" srcId="{D8A934F0-F7D3-44DB-AC3E-61D930415F81}" destId="{DC2C8088-2EE6-4296-9ECA-17FDDB3A2883}" srcOrd="0" destOrd="0" presId="urn:microsoft.com/office/officeart/2005/8/layout/process5"/>
    <dgm:cxn modelId="{AD83B176-6278-45A6-93F3-6B1D82A50044}" type="presOf" srcId="{FEB2945B-2F2A-40A0-B771-74C34785E33C}" destId="{6A064FFA-FA27-4029-95CC-8F528A8454E3}" srcOrd="0" destOrd="0" presId="urn:microsoft.com/office/officeart/2005/8/layout/process5"/>
    <dgm:cxn modelId="{11011D7C-D75F-4509-8D6E-E8BD5A3B74E8}" type="presOf" srcId="{74672A43-5261-4C18-96C7-CB7DC74A332D}" destId="{281B83A0-677B-45C7-A0AF-F214EA18E64C}" srcOrd="0" destOrd="0" presId="urn:microsoft.com/office/officeart/2005/8/layout/process5"/>
    <dgm:cxn modelId="{40B40281-DA92-4937-B774-90F635D8443A}" type="presOf" srcId="{519E6348-2FFB-4588-820F-8DE04529C7CB}" destId="{FE95CC52-1F2E-45B3-B638-1EA04EFFB1CB}" srcOrd="1" destOrd="0" presId="urn:microsoft.com/office/officeart/2005/8/layout/process5"/>
    <dgm:cxn modelId="{30B3CA88-2172-484E-881F-7500FF0F2EC0}" type="presOf" srcId="{7C5B28FE-08AB-4CC8-8C9F-F74AC929EDE4}" destId="{0E667A3B-5A52-42FF-9FEB-E2BCD174F9A1}" srcOrd="0" destOrd="0" presId="urn:microsoft.com/office/officeart/2005/8/layout/process5"/>
    <dgm:cxn modelId="{7F9BEB91-5947-426F-9A9E-AFD61F46F2E4}" type="presOf" srcId="{818268CB-6956-417B-863F-921C0E3E73F4}" destId="{684ECFF3-E86A-4C5E-9171-E367A3809FB4}" srcOrd="0" destOrd="0" presId="urn:microsoft.com/office/officeart/2005/8/layout/process5"/>
    <dgm:cxn modelId="{D264D698-A9DD-4121-B48D-B6DD031CBBF2}" type="presOf" srcId="{0470A3F1-BAD8-4B0C-AB18-20D6DA165429}" destId="{2D9D8EF8-6384-4502-95D6-4F27347F00D9}" srcOrd="0" destOrd="0" presId="urn:microsoft.com/office/officeart/2005/8/layout/process5"/>
    <dgm:cxn modelId="{9EA46899-26FC-4303-9AFD-275598343A62}" srcId="{D8A934F0-F7D3-44DB-AC3E-61D930415F81}" destId="{221C6AFB-6C3F-4C02-A63A-E12AB77BB83D}" srcOrd="5" destOrd="0" parTransId="{47D14F54-B19C-410E-83D9-B597A984D1C3}" sibTransId="{A61DCF0F-99BE-46FD-81C2-D5EC400D57AA}"/>
    <dgm:cxn modelId="{6B4B7BB3-254A-4286-8892-73B64EA98D60}" srcId="{D8A934F0-F7D3-44DB-AC3E-61D930415F81}" destId="{74672A43-5261-4C18-96C7-CB7DC74A332D}" srcOrd="2" destOrd="0" parTransId="{F3F8C5C7-07F9-4E8C-8EEC-8834CB951998}" sibTransId="{818268CB-6956-417B-863F-921C0E3E73F4}"/>
    <dgm:cxn modelId="{648932B9-01C7-4DD2-90B0-8CBCFDDB5D29}" type="presOf" srcId="{49178AE6-4B7B-4089-AAA7-F3792AFE598A}" destId="{EA896E4D-31FF-45DF-94EE-EDD763F780E0}" srcOrd="1" destOrd="0" presId="urn:microsoft.com/office/officeart/2005/8/layout/process5"/>
    <dgm:cxn modelId="{AD8C66BD-3251-4AC7-A84E-6A5DDF39904E}" type="presOf" srcId="{221C6AFB-6C3F-4C02-A63A-E12AB77BB83D}" destId="{A73991AE-2774-48C0-9962-C45B7BE1EADF}" srcOrd="0" destOrd="0" presId="urn:microsoft.com/office/officeart/2005/8/layout/process5"/>
    <dgm:cxn modelId="{24AEC4E4-6E7A-4943-AE80-A495B4FC9083}" srcId="{D8A934F0-F7D3-44DB-AC3E-61D930415F81}" destId="{0470A3F1-BAD8-4B0C-AB18-20D6DA165429}" srcOrd="0" destOrd="0" parTransId="{82C8385D-68CE-4807-A49F-D12BCCDF619F}" sibTransId="{0DFD9801-DFCD-4841-8D29-A7F5A77EB0BB}"/>
    <dgm:cxn modelId="{E6F794EC-36FA-4D73-966E-58EEE59FD264}" type="presOf" srcId="{49178AE6-4B7B-4089-AAA7-F3792AFE598A}" destId="{EF37D01E-8AF9-4C76-A31C-2AB47719579E}" srcOrd="0" destOrd="0" presId="urn:microsoft.com/office/officeart/2005/8/layout/process5"/>
    <dgm:cxn modelId="{64D94B51-2D06-4B20-A1B6-B8F68CC98331}" type="presParOf" srcId="{DC2C8088-2EE6-4296-9ECA-17FDDB3A2883}" destId="{2D9D8EF8-6384-4502-95D6-4F27347F00D9}" srcOrd="0" destOrd="0" presId="urn:microsoft.com/office/officeart/2005/8/layout/process5"/>
    <dgm:cxn modelId="{F093C6D9-9FCF-44E5-ADD4-66733D60AC1F}" type="presParOf" srcId="{DC2C8088-2EE6-4296-9ECA-17FDDB3A2883}" destId="{F01C7C57-5947-4825-BA5A-ECF7957635B7}" srcOrd="1" destOrd="0" presId="urn:microsoft.com/office/officeart/2005/8/layout/process5"/>
    <dgm:cxn modelId="{FE16FEC4-22E2-401F-85A4-1714BB0C8086}" type="presParOf" srcId="{F01C7C57-5947-4825-BA5A-ECF7957635B7}" destId="{E2A8A131-C4B4-42FD-A404-51540CABF1BA}" srcOrd="0" destOrd="0" presId="urn:microsoft.com/office/officeart/2005/8/layout/process5"/>
    <dgm:cxn modelId="{E2D22A60-5958-45E5-957C-8CE398B53EE9}" type="presParOf" srcId="{DC2C8088-2EE6-4296-9ECA-17FDDB3A2883}" destId="{0E667A3B-5A52-42FF-9FEB-E2BCD174F9A1}" srcOrd="2" destOrd="0" presId="urn:microsoft.com/office/officeart/2005/8/layout/process5"/>
    <dgm:cxn modelId="{CA28E7DF-2433-4599-81FE-EB23DF7D9E0F}" type="presParOf" srcId="{DC2C8088-2EE6-4296-9ECA-17FDDB3A2883}" destId="{81E47075-17AD-4229-AC48-92FD2845D7BA}" srcOrd="3" destOrd="0" presId="urn:microsoft.com/office/officeart/2005/8/layout/process5"/>
    <dgm:cxn modelId="{219E4195-7C37-418D-965B-0896B54D6685}" type="presParOf" srcId="{81E47075-17AD-4229-AC48-92FD2845D7BA}" destId="{FE95CC52-1F2E-45B3-B638-1EA04EFFB1CB}" srcOrd="0" destOrd="0" presId="urn:microsoft.com/office/officeart/2005/8/layout/process5"/>
    <dgm:cxn modelId="{69E4693F-0B08-4215-B9A9-AF32A4F79B5D}" type="presParOf" srcId="{DC2C8088-2EE6-4296-9ECA-17FDDB3A2883}" destId="{281B83A0-677B-45C7-A0AF-F214EA18E64C}" srcOrd="4" destOrd="0" presId="urn:microsoft.com/office/officeart/2005/8/layout/process5"/>
    <dgm:cxn modelId="{55241211-F27D-4B94-B07C-F7710F7952A2}" type="presParOf" srcId="{DC2C8088-2EE6-4296-9ECA-17FDDB3A2883}" destId="{684ECFF3-E86A-4C5E-9171-E367A3809FB4}" srcOrd="5" destOrd="0" presId="urn:microsoft.com/office/officeart/2005/8/layout/process5"/>
    <dgm:cxn modelId="{6D4F76CB-4A20-44BE-91B3-07D825286535}" type="presParOf" srcId="{684ECFF3-E86A-4C5E-9171-E367A3809FB4}" destId="{CDF02CD7-1889-427F-B329-C12318486247}" srcOrd="0" destOrd="0" presId="urn:microsoft.com/office/officeart/2005/8/layout/process5"/>
    <dgm:cxn modelId="{271F054D-5FF6-4967-AB5C-09ADFFEF7B18}" type="presParOf" srcId="{DC2C8088-2EE6-4296-9ECA-17FDDB3A2883}" destId="{E221767E-28F4-4669-87E5-A9CE92D990EE}" srcOrd="6" destOrd="0" presId="urn:microsoft.com/office/officeart/2005/8/layout/process5"/>
    <dgm:cxn modelId="{D0B42955-B448-4A3A-AAB3-D8B8D660CAA4}" type="presParOf" srcId="{DC2C8088-2EE6-4296-9ECA-17FDDB3A2883}" destId="{492522A4-F4D8-4C5A-B2A9-ACFE0C44CBEE}" srcOrd="7" destOrd="0" presId="urn:microsoft.com/office/officeart/2005/8/layout/process5"/>
    <dgm:cxn modelId="{30AD27EA-6ECB-4ACC-A82C-F1824106B99B}" type="presParOf" srcId="{492522A4-F4D8-4C5A-B2A9-ACFE0C44CBEE}" destId="{A587CE92-31F7-4B38-91A0-FC37A7474372}" srcOrd="0" destOrd="0" presId="urn:microsoft.com/office/officeart/2005/8/layout/process5"/>
    <dgm:cxn modelId="{1AEFA1C7-C6F8-4659-A482-6C9C342C0AEA}" type="presParOf" srcId="{DC2C8088-2EE6-4296-9ECA-17FDDB3A2883}" destId="{6A064FFA-FA27-4029-95CC-8F528A8454E3}" srcOrd="8" destOrd="0" presId="urn:microsoft.com/office/officeart/2005/8/layout/process5"/>
    <dgm:cxn modelId="{2C83F908-9DE9-49FC-B51C-27AA68338B00}" type="presParOf" srcId="{DC2C8088-2EE6-4296-9ECA-17FDDB3A2883}" destId="{EF37D01E-8AF9-4C76-A31C-2AB47719579E}" srcOrd="9" destOrd="0" presId="urn:microsoft.com/office/officeart/2005/8/layout/process5"/>
    <dgm:cxn modelId="{29357B0B-A611-4B86-AB60-1B00BECE14E6}" type="presParOf" srcId="{EF37D01E-8AF9-4C76-A31C-2AB47719579E}" destId="{EA896E4D-31FF-45DF-94EE-EDD763F780E0}" srcOrd="0" destOrd="0" presId="urn:microsoft.com/office/officeart/2005/8/layout/process5"/>
    <dgm:cxn modelId="{07F89B0D-2BFB-4322-B8C0-E402CF1D7D92}" type="presParOf" srcId="{DC2C8088-2EE6-4296-9ECA-17FDDB3A2883}" destId="{A73991AE-2774-48C0-9962-C45B7BE1EADF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CC4B8-BFAF-472B-B05F-AAD080398D72}">
      <dsp:nvSpPr>
        <dsp:cNvPr id="0" name=""/>
        <dsp:cNvSpPr/>
      </dsp:nvSpPr>
      <dsp:spPr>
        <a:xfrm>
          <a:off x="475417" y="567779"/>
          <a:ext cx="1437000" cy="1437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A06402-1BC9-48AD-9967-43BBC7BDD0D0}">
      <dsp:nvSpPr>
        <dsp:cNvPr id="0" name=""/>
        <dsp:cNvSpPr/>
      </dsp:nvSpPr>
      <dsp:spPr>
        <a:xfrm>
          <a:off x="781663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4354D-D402-4DBD-B9F3-EB10774EA273}">
      <dsp:nvSpPr>
        <dsp:cNvPr id="0" name=""/>
        <dsp:cNvSpPr/>
      </dsp:nvSpPr>
      <dsp:spPr>
        <a:xfrm>
          <a:off x="16048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 Smart, Student-Powered Logbook</a:t>
          </a:r>
        </a:p>
      </dsp:txBody>
      <dsp:txXfrm>
        <a:off x="16048" y="2452370"/>
        <a:ext cx="2355738" cy="720000"/>
      </dsp:txXfrm>
    </dsp:sp>
    <dsp:sp modelId="{8F23481C-C0A0-4CE5-9274-FCCD863B72BE}">
      <dsp:nvSpPr>
        <dsp:cNvPr id="0" name=""/>
        <dsp:cNvSpPr/>
      </dsp:nvSpPr>
      <dsp:spPr>
        <a:xfrm>
          <a:off x="3243409" y="567779"/>
          <a:ext cx="1437000" cy="1437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E79D51-76C9-4731-BB5C-35F2AB9EDE1C}">
      <dsp:nvSpPr>
        <dsp:cNvPr id="0" name=""/>
        <dsp:cNvSpPr/>
      </dsp:nvSpPr>
      <dsp:spPr>
        <a:xfrm>
          <a:off x="3549655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A0F928-A8AE-4DC8-81BA-93894FC1C89F}">
      <dsp:nvSpPr>
        <dsp:cNvPr id="0" name=""/>
        <dsp:cNvSpPr/>
      </dsp:nvSpPr>
      <dsp:spPr>
        <a:xfrm>
          <a:off x="2784040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 centralized platform to track tasks, events, and deadlines</a:t>
          </a:r>
        </a:p>
      </dsp:txBody>
      <dsp:txXfrm>
        <a:off x="2784040" y="2452370"/>
        <a:ext cx="2355738" cy="720000"/>
      </dsp:txXfrm>
    </dsp:sp>
    <dsp:sp modelId="{70E9DC8D-42A7-42C2-8E97-C7B8E58AEBF2}">
      <dsp:nvSpPr>
        <dsp:cNvPr id="0" name=""/>
        <dsp:cNvSpPr/>
      </dsp:nvSpPr>
      <dsp:spPr>
        <a:xfrm>
          <a:off x="6011402" y="567779"/>
          <a:ext cx="1437000" cy="1437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8AC5C-301B-453D-B2C7-A00D9025EE13}">
      <dsp:nvSpPr>
        <dsp:cNvPr id="0" name=""/>
        <dsp:cNvSpPr/>
      </dsp:nvSpPr>
      <dsp:spPr>
        <a:xfrm>
          <a:off x="6317648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F46ABC-DC14-4FB1-BEAE-EEB1E50CBCED}">
      <dsp:nvSpPr>
        <dsp:cNvPr id="0" name=""/>
        <dsp:cNvSpPr/>
      </dsp:nvSpPr>
      <dsp:spPr>
        <a:xfrm>
          <a:off x="5552033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A searchable archive of previous students’ experiences</a:t>
          </a:r>
        </a:p>
      </dsp:txBody>
      <dsp:txXfrm>
        <a:off x="5552033" y="2452370"/>
        <a:ext cx="2355738" cy="720000"/>
      </dsp:txXfrm>
    </dsp:sp>
    <dsp:sp modelId="{C3968678-5824-48E2-9D4C-B57FC08F0D22}">
      <dsp:nvSpPr>
        <dsp:cNvPr id="0" name=""/>
        <dsp:cNvSpPr/>
      </dsp:nvSpPr>
      <dsp:spPr>
        <a:xfrm>
          <a:off x="8779394" y="567779"/>
          <a:ext cx="1437000" cy="1437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D876C6-16A0-4B83-A1BB-CC89FB0150A2}">
      <dsp:nvSpPr>
        <dsp:cNvPr id="0" name=""/>
        <dsp:cNvSpPr/>
      </dsp:nvSpPr>
      <dsp:spPr>
        <a:xfrm>
          <a:off x="9085640" y="874025"/>
          <a:ext cx="824508" cy="82450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E52656-62E2-4636-87D7-E290CD968E93}">
      <dsp:nvSpPr>
        <dsp:cNvPr id="0" name=""/>
        <dsp:cNvSpPr/>
      </dsp:nvSpPr>
      <dsp:spPr>
        <a:xfrm>
          <a:off x="8320025" y="2452370"/>
          <a:ext cx="2355738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Real answers, tips, and advice—straight from other students</a:t>
          </a:r>
        </a:p>
      </dsp:txBody>
      <dsp:txXfrm>
        <a:off x="8320025" y="2452370"/>
        <a:ext cx="2355738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9D8EF8-6384-4502-95D6-4F27347F00D9}">
      <dsp:nvSpPr>
        <dsp:cNvPr id="0" name=""/>
        <dsp:cNvSpPr/>
      </dsp:nvSpPr>
      <dsp:spPr>
        <a:xfrm>
          <a:off x="734179" y="67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"/>
              <a:ea typeface="Calibri"/>
              <a:cs typeface="Calibri"/>
            </a:rPr>
            <a:t> 1. Create Resources</a:t>
          </a:r>
        </a:p>
      </dsp:txBody>
      <dsp:txXfrm>
        <a:off x="776547" y="42435"/>
        <a:ext cx="2326195" cy="1361823"/>
      </dsp:txXfrm>
    </dsp:sp>
    <dsp:sp modelId="{F01C7C57-5947-4825-BA5A-ECF7957635B7}">
      <dsp:nvSpPr>
        <dsp:cNvPr id="0" name=""/>
        <dsp:cNvSpPr/>
      </dsp:nvSpPr>
      <dsp:spPr>
        <a:xfrm>
          <a:off x="3357273" y="424391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3357273" y="543973"/>
        <a:ext cx="357782" cy="358747"/>
      </dsp:txXfrm>
    </dsp:sp>
    <dsp:sp modelId="{0E667A3B-5A52-42FF-9FEB-E2BCD174F9A1}">
      <dsp:nvSpPr>
        <dsp:cNvPr id="0" name=""/>
        <dsp:cNvSpPr/>
      </dsp:nvSpPr>
      <dsp:spPr>
        <a:xfrm>
          <a:off x="4109484" y="67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Univers Condensed"/>
            </a:rPr>
            <a:t> 2. </a:t>
          </a:r>
          <a:r>
            <a:rPr lang="en-US" sz="3200" kern="1200" dirty="0"/>
            <a:t>Create </a:t>
          </a:r>
          <a:r>
            <a:rPr lang="en-US" sz="3200" kern="1200" dirty="0">
              <a:latin typeface="Univers Condensed"/>
            </a:rPr>
            <a:t>Category</a:t>
          </a:r>
          <a:endParaRPr lang="en-US" sz="3200" kern="1200" dirty="0"/>
        </a:p>
      </dsp:txBody>
      <dsp:txXfrm>
        <a:off x="4151852" y="42435"/>
        <a:ext cx="2326195" cy="1361823"/>
      </dsp:txXfrm>
    </dsp:sp>
    <dsp:sp modelId="{81E47075-17AD-4229-AC48-92FD2845D7BA}">
      <dsp:nvSpPr>
        <dsp:cNvPr id="0" name=""/>
        <dsp:cNvSpPr/>
      </dsp:nvSpPr>
      <dsp:spPr>
        <a:xfrm>
          <a:off x="6732577" y="424391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>
        <a:off x="6732577" y="543973"/>
        <a:ext cx="357782" cy="358747"/>
      </dsp:txXfrm>
    </dsp:sp>
    <dsp:sp modelId="{281B83A0-677B-45C7-A0AF-F214EA18E64C}">
      <dsp:nvSpPr>
        <dsp:cNvPr id="0" name=""/>
        <dsp:cNvSpPr/>
      </dsp:nvSpPr>
      <dsp:spPr>
        <a:xfrm>
          <a:off x="7484788" y="67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Univers Condensed"/>
            </a:rPr>
            <a:t> 3. Create</a:t>
          </a:r>
          <a:r>
            <a:rPr lang="en-US" sz="3200" kern="1200" dirty="0"/>
            <a:t> </a:t>
          </a:r>
          <a:r>
            <a:rPr lang="en-US" sz="3200" kern="1200" dirty="0">
              <a:latin typeface="Univers Condensed"/>
            </a:rPr>
            <a:t>Location</a:t>
          </a:r>
          <a:endParaRPr lang="en-US" sz="3200" kern="1200" dirty="0"/>
        </a:p>
      </dsp:txBody>
      <dsp:txXfrm>
        <a:off x="7527156" y="42435"/>
        <a:ext cx="2326195" cy="1361823"/>
      </dsp:txXfrm>
    </dsp:sp>
    <dsp:sp modelId="{684ECFF3-E86A-4C5E-9171-E367A3809FB4}">
      <dsp:nvSpPr>
        <dsp:cNvPr id="0" name=""/>
        <dsp:cNvSpPr/>
      </dsp:nvSpPr>
      <dsp:spPr>
        <a:xfrm rot="5400000">
          <a:off x="8434695" y="1615391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-5400000">
        <a:off x="8510881" y="1658788"/>
        <a:ext cx="358747" cy="357782"/>
      </dsp:txXfrm>
    </dsp:sp>
    <dsp:sp modelId="{E221767E-28F4-4669-87E5-A9CE92D990EE}">
      <dsp:nvSpPr>
        <dsp:cNvPr id="0" name=""/>
        <dsp:cNvSpPr/>
      </dsp:nvSpPr>
      <dsp:spPr>
        <a:xfrm>
          <a:off x="7484788" y="2410999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Univers Condensed"/>
            </a:rPr>
            <a:t> 4. Record</a:t>
          </a:r>
          <a:r>
            <a:rPr lang="en-US" sz="3200" kern="1200" dirty="0"/>
            <a:t> Weather</a:t>
          </a:r>
        </a:p>
      </dsp:txBody>
      <dsp:txXfrm>
        <a:off x="7527156" y="2453367"/>
        <a:ext cx="2326195" cy="1361823"/>
      </dsp:txXfrm>
    </dsp:sp>
    <dsp:sp modelId="{492522A4-F4D8-4C5A-B2A9-ACFE0C44CBEE}">
      <dsp:nvSpPr>
        <dsp:cNvPr id="0" name=""/>
        <dsp:cNvSpPr/>
      </dsp:nvSpPr>
      <dsp:spPr>
        <a:xfrm rot="10800000">
          <a:off x="6761509" y="2835323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6914844" y="2954905"/>
        <a:ext cx="357782" cy="358747"/>
      </dsp:txXfrm>
    </dsp:sp>
    <dsp:sp modelId="{6A064FFA-FA27-4029-95CC-8F528A8454E3}">
      <dsp:nvSpPr>
        <dsp:cNvPr id="0" name=""/>
        <dsp:cNvSpPr/>
      </dsp:nvSpPr>
      <dsp:spPr>
        <a:xfrm>
          <a:off x="4109484" y="2410999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"/>
              <a:ea typeface="Calibri"/>
              <a:cs typeface="Calibri"/>
            </a:rPr>
            <a:t> 5. Create Descriptions</a:t>
          </a:r>
          <a:endParaRPr lang="en-US" sz="3200" kern="1200" dirty="0">
            <a:latin typeface="Univers Condensed"/>
          </a:endParaRPr>
        </a:p>
      </dsp:txBody>
      <dsp:txXfrm>
        <a:off x="4151852" y="2453367"/>
        <a:ext cx="2326195" cy="1361823"/>
      </dsp:txXfrm>
    </dsp:sp>
    <dsp:sp modelId="{EF37D01E-8AF9-4C76-A31C-2AB47719579E}">
      <dsp:nvSpPr>
        <dsp:cNvPr id="0" name=""/>
        <dsp:cNvSpPr/>
      </dsp:nvSpPr>
      <dsp:spPr>
        <a:xfrm rot="10800000">
          <a:off x="3386204" y="2835323"/>
          <a:ext cx="511117" cy="5979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600" kern="1200"/>
        </a:p>
      </dsp:txBody>
      <dsp:txXfrm rot="10800000">
        <a:off x="3539539" y="2954905"/>
        <a:ext cx="357782" cy="358747"/>
      </dsp:txXfrm>
    </dsp:sp>
    <dsp:sp modelId="{A73991AE-2774-48C0-9962-C45B7BE1EADF}">
      <dsp:nvSpPr>
        <dsp:cNvPr id="0" name=""/>
        <dsp:cNvSpPr/>
      </dsp:nvSpPr>
      <dsp:spPr>
        <a:xfrm>
          <a:off x="734179" y="2410999"/>
          <a:ext cx="2410931" cy="14465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Calibri"/>
              <a:ea typeface="Calibri"/>
              <a:cs typeface="Calibri"/>
            </a:rPr>
            <a:t> 6. Save Into Log</a:t>
          </a:r>
        </a:p>
      </dsp:txBody>
      <dsp:txXfrm>
        <a:off x="776547" y="2453367"/>
        <a:ext cx="2326195" cy="13618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77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24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44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643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77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793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65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1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05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7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12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4418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D8034-F469-2839-8573-BD134C7724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17798" r="-7" b="-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/>
              <a:t>Campus Resources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3110" y="5715007"/>
            <a:ext cx="3633533" cy="95865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1800"/>
              <a:t>BranDon Brown &amp; Cameron Brown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F2069-C06E-886C-37F7-7C9976BFF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>
            <a:normAutofit/>
          </a:bodyPr>
          <a:lstStyle/>
          <a:p>
            <a:r>
              <a:rPr lang="en-US" dirty="0"/>
              <a:t>The Problem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Schoolhouse">
            <a:extLst>
              <a:ext uri="{FF2B5EF4-FFF2-40B4-BE49-F238E27FC236}">
                <a16:creationId xmlns:a16="http://schemas.microsoft.com/office/drawing/2014/main" id="{89F25429-FCBD-A03D-D9DD-34FEEB78D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36838" y="2286633"/>
            <a:ext cx="3876421" cy="38764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6493E-E5B2-F0A2-DA09-21BAC370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4960" y="2346960"/>
            <a:ext cx="4819903" cy="377545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Unfamiliar Environment</a:t>
            </a:r>
          </a:p>
          <a:p>
            <a:r>
              <a:rPr lang="en-US" dirty="0"/>
              <a:t>No Outlets (via person, app, website, newsletter)</a:t>
            </a:r>
          </a:p>
          <a:p>
            <a:r>
              <a:rPr lang="en-US" dirty="0">
                <a:ea typeface="+mn-lt"/>
                <a:cs typeface="+mn-lt"/>
              </a:rPr>
              <a:t>Lack of Practical Guidance for Navigating Campus Life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12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F7186-FA00-F7C6-C7F8-B62726646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B9F76-5C05-5916-D7D8-2CACA7FD5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Our</a:t>
            </a:r>
            <a:r>
              <a:rPr lang="en-US" dirty="0"/>
              <a:t> Solution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70B6634D-96A8-8BCD-329F-04E0F430AB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250036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1925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13FFC-09A6-73C7-0692-4A993C48F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82CAC-D373-9FED-B324-BF9CD8C07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FrontEnd</a:t>
            </a:r>
            <a:r>
              <a:rPr lang="en-US" dirty="0"/>
              <a:t> Development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1BFF8-4170-0AC1-225A-38B1C53F9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Built the frontend using </a:t>
            </a:r>
            <a:r>
              <a:rPr lang="en-US" b="1" dirty="0">
                <a:ea typeface="+mn-lt"/>
                <a:cs typeface="+mn-lt"/>
              </a:rPr>
              <a:t>React</a:t>
            </a:r>
            <a:r>
              <a:rPr lang="en-US" dirty="0">
                <a:ea typeface="+mn-lt"/>
                <a:cs typeface="+mn-lt"/>
              </a:rPr>
              <a:t> to create a dynamic and responsive user interface.</a:t>
            </a:r>
          </a:p>
          <a:p>
            <a:r>
              <a:rPr lang="en-US">
                <a:ea typeface="+mn-lt"/>
                <a:cs typeface="+mn-lt"/>
              </a:rPr>
              <a:t>Designed the layout to be intuitive and user-friendly for smooth navigation.</a:t>
            </a:r>
          </a:p>
          <a:p>
            <a:r>
              <a:rPr lang="en-US">
                <a:ea typeface="+mn-lt"/>
                <a:cs typeface="+mn-lt"/>
              </a:rPr>
              <a:t>Implemented key features such as resource creation and weather recording.</a:t>
            </a:r>
          </a:p>
          <a:p>
            <a:r>
              <a:rPr lang="en-US">
                <a:ea typeface="+mn-lt"/>
                <a:cs typeface="+mn-lt"/>
              </a:rPr>
              <a:t>Added functionality for users to review and access past logs efficiently.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95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9A326-955F-7E27-3B2A-AD314E31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50D20-A805-202A-FFEC-3D0DF398F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BackEnd</a:t>
            </a:r>
            <a:r>
              <a:rPr lang="en-US" dirty="0"/>
              <a:t> Development 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DD5C-F9C0-241F-4F6E-4CAAC2383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Implemented a robust backend powered by </a:t>
            </a:r>
            <a:r>
              <a:rPr lang="en-US" b="1" dirty="0">
                <a:ea typeface="+mn-lt"/>
                <a:cs typeface="+mn-lt"/>
              </a:rPr>
              <a:t>Spring Boot</a:t>
            </a:r>
            <a:r>
              <a:rPr lang="en-US" dirty="0">
                <a:ea typeface="+mn-lt"/>
                <a:cs typeface="+mn-lt"/>
              </a:rPr>
              <a:t> for efficient application logic and API handling.</a:t>
            </a:r>
          </a:p>
          <a:p>
            <a:r>
              <a:rPr lang="en-US" dirty="0">
                <a:ea typeface="+mn-lt"/>
                <a:cs typeface="+mn-lt"/>
              </a:rPr>
              <a:t>Utilized </a:t>
            </a:r>
            <a:r>
              <a:rPr lang="en-US" b="1" dirty="0">
                <a:ea typeface="+mn-lt"/>
                <a:cs typeface="+mn-lt"/>
              </a:rPr>
              <a:t>MySQL</a:t>
            </a:r>
            <a:r>
              <a:rPr lang="en-US" dirty="0">
                <a:ea typeface="+mn-lt"/>
                <a:cs typeface="+mn-lt"/>
              </a:rPr>
              <a:t> as the relational database for reliable data storage and management.</a:t>
            </a:r>
          </a:p>
          <a:p>
            <a:r>
              <a:rPr lang="en-US" dirty="0">
                <a:ea typeface="+mn-lt"/>
                <a:cs typeface="+mn-lt"/>
              </a:rPr>
              <a:t>Integrated </a:t>
            </a:r>
            <a:r>
              <a:rPr lang="en-US" b="1" dirty="0">
                <a:ea typeface="+mn-lt"/>
                <a:cs typeface="+mn-lt"/>
              </a:rPr>
              <a:t>Jakarta Validation</a:t>
            </a:r>
            <a:r>
              <a:rPr lang="en-US" dirty="0">
                <a:ea typeface="+mn-lt"/>
                <a:cs typeface="+mn-lt"/>
              </a:rPr>
              <a:t> to ensure data integrity and enforce consistent input validation across the system.</a:t>
            </a:r>
          </a:p>
          <a:p>
            <a:r>
              <a:rPr lang="en-US" dirty="0">
                <a:ea typeface="+mn-lt"/>
                <a:cs typeface="+mn-lt"/>
              </a:rPr>
              <a:t>Connected to the </a:t>
            </a:r>
            <a:r>
              <a:rPr lang="en-US" b="1" dirty="0">
                <a:ea typeface="+mn-lt"/>
                <a:cs typeface="+mn-lt"/>
              </a:rPr>
              <a:t>OpenWeatherMap API</a:t>
            </a:r>
            <a:r>
              <a:rPr lang="en-US" dirty="0">
                <a:ea typeface="+mn-lt"/>
                <a:cs typeface="+mn-lt"/>
              </a:rPr>
              <a:t> to retrieve and process real-time weather data for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3506626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A1F205-4294-B869-195E-9A2B67068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/>
              <a:t>Key Features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AF8878-919A-8B63-94E6-20B6F72715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923578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87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18E1-75D4-ED00-C99C-01CA02D48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37578-8387-5166-0A4B-313EBD07A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0295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ChronicleVTI</vt:lpstr>
      <vt:lpstr>Campus Resources</vt:lpstr>
      <vt:lpstr>The Problem</vt:lpstr>
      <vt:lpstr>Our Solution</vt:lpstr>
      <vt:lpstr>FrontEnd Development  </vt:lpstr>
      <vt:lpstr>BackEnd Development  </vt:lpstr>
      <vt:lpstr>Key Features</vt:lpstr>
      <vt:lpstr>DEMO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122</cp:revision>
  <dcterms:created xsi:type="dcterms:W3CDTF">2025-12-10T12:59:07Z</dcterms:created>
  <dcterms:modified xsi:type="dcterms:W3CDTF">2025-12-10T14:32:31Z</dcterms:modified>
</cp:coreProperties>
</file>